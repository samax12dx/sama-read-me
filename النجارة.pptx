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3857" r:id="rId6"/>
    <p:sldId id="3858" r:id="rId7"/>
    <p:sldId id="3849" r:id="rId8"/>
    <p:sldId id="261" r:id="rId9"/>
    <p:sldId id="3851" r:id="rId10"/>
    <p:sldId id="265" r:id="rId11"/>
    <p:sldId id="3847" r:id="rId12"/>
    <p:sldId id="3852" r:id="rId13"/>
    <p:sldId id="3855" r:id="rId14"/>
    <p:sldId id="3853" r:id="rId15"/>
    <p:sldId id="3854" r:id="rId16"/>
    <p:sldId id="385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94" autoAdjust="0"/>
  </p:normalViewPr>
  <p:slideViewPr>
    <p:cSldViewPr snapToGrid="0">
      <p:cViewPr varScale="1">
        <p:scale>
          <a:sx n="59" d="100"/>
          <a:sy n="59" d="100"/>
        </p:scale>
        <p:origin x="1076" y="52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lal Abu-Dabaseh" userId="a3b987ab005f07f6" providerId="LiveId" clId="{A20D3090-19C4-48AD-B789-C8FE07F66166}"/>
    <pc:docChg chg="modSld">
      <pc:chgData name="Jalal Abu-Dabaseh" userId="a3b987ab005f07f6" providerId="LiveId" clId="{A20D3090-19C4-48AD-B789-C8FE07F66166}" dt="2024-07-27T20:25:09.313" v="4" actId="1076"/>
      <pc:docMkLst>
        <pc:docMk/>
      </pc:docMkLst>
      <pc:sldChg chg="modSp mod">
        <pc:chgData name="Jalal Abu-Dabaseh" userId="a3b987ab005f07f6" providerId="LiveId" clId="{A20D3090-19C4-48AD-B789-C8FE07F66166}" dt="2024-07-27T20:25:09.313" v="4" actId="1076"/>
        <pc:sldMkLst>
          <pc:docMk/>
          <pc:sldMk cId="517426050" sldId="256"/>
        </pc:sldMkLst>
        <pc:spChg chg="mod">
          <ac:chgData name="Jalal Abu-Dabaseh" userId="a3b987ab005f07f6" providerId="LiveId" clId="{A20D3090-19C4-48AD-B789-C8FE07F66166}" dt="2024-07-27T20:25:09.313" v="4" actId="1076"/>
          <ac:spMkLst>
            <pc:docMk/>
            <pc:sldMk cId="517426050" sldId="256"/>
            <ac:spMk id="4" creationId="{10047101-8D42-6100-9CEA-AEC0FAEAB60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88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038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09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603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533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38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096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6612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087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1960" y="2971510"/>
            <a:ext cx="6261291" cy="2396686"/>
          </a:xfrm>
          <a:noFill/>
        </p:spPr>
        <p:txBody>
          <a:bodyPr anchor="b">
            <a:noAutofit/>
          </a:bodyPr>
          <a:lstStyle/>
          <a:p>
            <a:r>
              <a:rPr lang="ar-JO" sz="16600" dirty="0"/>
              <a:t>النجارة</a:t>
            </a:r>
            <a:r>
              <a:rPr lang="ar-JO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571" y="0"/>
            <a:ext cx="10515600" cy="1325563"/>
          </a:xfrm>
        </p:spPr>
        <p:txBody>
          <a:bodyPr anchor="ctr">
            <a:normAutofit/>
          </a:bodyPr>
          <a:lstStyle/>
          <a:p>
            <a:pPr algn="r" rtl="1"/>
            <a:r>
              <a:rPr lang="ar-JO" dirty="0"/>
              <a:t>انواع الاخشاب :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B5BFA6-1285-3E88-528E-24404A9AF9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450"/>
          <a:stretch/>
        </p:blipFill>
        <p:spPr>
          <a:xfrm>
            <a:off x="2455138" y="1134315"/>
            <a:ext cx="7973377" cy="52823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5732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F0432E-A482-8540-42EE-10BBC39B4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714" y="751115"/>
            <a:ext cx="9374528" cy="446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80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>
            <a:noAutofit/>
          </a:bodyPr>
          <a:lstStyle/>
          <a:p>
            <a:r>
              <a:rPr lang="ar-JO" dirty="0"/>
              <a:t>الادوات المستخدمة في النجارة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1908" y="851169"/>
            <a:ext cx="8957091" cy="4887800"/>
          </a:xfrm>
          <a:noFill/>
        </p:spPr>
        <p:txBody>
          <a:bodyPr>
            <a:norm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JO" dirty="0"/>
              <a:t>ادوات ضبط القياس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JO" dirty="0"/>
              <a:t>ادوات النشر والقطع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JO" dirty="0"/>
              <a:t>ادوات المسح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JO" dirty="0"/>
              <a:t>ادوات الطرق والخلع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JO" dirty="0"/>
              <a:t>ادوات الربط والتثبيت 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ar-JO" dirty="0"/>
          </a:p>
          <a:p>
            <a:pPr marL="342900" indent="-342900" algn="r" rtl="1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399FC8EF-C298-1DA5-00CA-1525EB84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</p:spPr>
        <p:txBody>
          <a:bodyPr/>
          <a:lstStyle/>
          <a:p>
            <a:r>
              <a:rPr lang="ar-JO" dirty="0"/>
              <a:t>ادوات ضبط القياس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6C32EF-0271-462C-38E9-2003F4933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5745"/>
          <a:stretch/>
        </p:blipFill>
        <p:spPr>
          <a:xfrm>
            <a:off x="5138055" y="546463"/>
            <a:ext cx="6792331" cy="5765074"/>
          </a:xfrm>
          <a:noFill/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hands using a square&#10;&#10;Description automatically generated">
            <a:extLst>
              <a:ext uri="{FF2B5EF4-FFF2-40B4-BE49-F238E27FC236}">
                <a16:creationId xmlns:a16="http://schemas.microsoft.com/office/drawing/2014/main" id="{82FFE6F3-E967-36FC-B6C6-82C9FFA65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368" y="1664795"/>
            <a:ext cx="7848601" cy="5193205"/>
          </a:xfrm>
          <a:prstGeom prst="rect">
            <a:avLst/>
          </a:prstGeom>
        </p:spPr>
      </p:pic>
      <p:pic>
        <p:nvPicPr>
          <p:cNvPr id="14" name="Picture 13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30AAD723-FF70-ED35-CD9F-F4A25CCEDDE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09"/>
          <a:stretch/>
        </p:blipFill>
        <p:spPr>
          <a:xfrm>
            <a:off x="3058885" y="0"/>
            <a:ext cx="8736712" cy="176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close-up of a tool&#10;&#10;Description automatically generated">
            <a:extLst>
              <a:ext uri="{FF2B5EF4-FFF2-40B4-BE49-F238E27FC236}">
                <a16:creationId xmlns:a16="http://schemas.microsoft.com/office/drawing/2014/main" id="{6282A0DA-C9DE-29C9-C7F3-D78F35441E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15" y="1837724"/>
            <a:ext cx="6007409" cy="2330570"/>
          </a:xfrm>
          <a:prstGeom prst="rect">
            <a:avLst/>
          </a:prstGeom>
        </p:spPr>
      </p:pic>
      <p:pic>
        <p:nvPicPr>
          <p:cNvPr id="18" name="Picture 17" descr="A close-up of a hand holding a ruler&#10;&#10;Description automatically generated">
            <a:extLst>
              <a:ext uri="{FF2B5EF4-FFF2-40B4-BE49-F238E27FC236}">
                <a16:creationId xmlns:a16="http://schemas.microsoft.com/office/drawing/2014/main" id="{5CC48FFB-E8E2-1DF2-C111-FB183F785B9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0"/>
          <a:stretch/>
        </p:blipFill>
        <p:spPr>
          <a:xfrm>
            <a:off x="1649221" y="4244494"/>
            <a:ext cx="6489071" cy="2516045"/>
          </a:xfrm>
          <a:prstGeom prst="rect">
            <a:avLst/>
          </a:prstGeom>
        </p:spPr>
      </p:pic>
      <p:pic>
        <p:nvPicPr>
          <p:cNvPr id="16" name="Picture 15" descr="A black triangle on a white surface&#10;&#10;Description automatically generated">
            <a:extLst>
              <a:ext uri="{FF2B5EF4-FFF2-40B4-BE49-F238E27FC236}">
                <a16:creationId xmlns:a16="http://schemas.microsoft.com/office/drawing/2014/main" id="{8D49F7D0-A1C6-BD1B-5FFA-B4C103B252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221" y="0"/>
            <a:ext cx="6795977" cy="183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/>
          <a:lstStyle/>
          <a:p>
            <a:r>
              <a:rPr lang="ar-JO" dirty="0"/>
              <a:t>ادوات النشر والقطع </a:t>
            </a:r>
            <a:endParaRPr lang="en-US" dirty="0"/>
          </a:p>
        </p:txBody>
      </p:sp>
      <p:pic>
        <p:nvPicPr>
          <p:cNvPr id="9" name="Picture 8" descr="A hand holding a saw&#10;&#10;Description automatically generated">
            <a:extLst>
              <a:ext uri="{FF2B5EF4-FFF2-40B4-BE49-F238E27FC236}">
                <a16:creationId xmlns:a16="http://schemas.microsoft.com/office/drawing/2014/main" id="{5DBF9C0F-2C85-5E5B-94B2-85E82EB9D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997" y="161221"/>
            <a:ext cx="5867702" cy="2590933"/>
          </a:xfrm>
          <a:prstGeom prst="rect">
            <a:avLst/>
          </a:prstGeom>
        </p:spPr>
      </p:pic>
      <p:pic>
        <p:nvPicPr>
          <p:cNvPr id="13" name="Picture 12" descr="A hand holding a saw&#10;&#10;Description automatically generated">
            <a:extLst>
              <a:ext uri="{FF2B5EF4-FFF2-40B4-BE49-F238E27FC236}">
                <a16:creationId xmlns:a16="http://schemas.microsoft.com/office/drawing/2014/main" id="{378D4D1B-A557-BFC7-DC80-4484A9DEE1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392" y="3744686"/>
            <a:ext cx="6400106" cy="2131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8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ooden handle with a handle&#10;&#10;Description automatically generated">
            <a:extLst>
              <a:ext uri="{FF2B5EF4-FFF2-40B4-BE49-F238E27FC236}">
                <a16:creationId xmlns:a16="http://schemas.microsoft.com/office/drawing/2014/main" id="{DCC3E303-9F37-1B9F-DFA5-AA4565D71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563" y="131168"/>
            <a:ext cx="8369895" cy="3210747"/>
          </a:xfrm>
          <a:prstGeom prst="rect">
            <a:avLst/>
          </a:prstGeom>
        </p:spPr>
      </p:pic>
      <p:pic>
        <p:nvPicPr>
          <p:cNvPr id="11" name="Picture 10" descr="A close-up of a tool&#10;&#10;Description automatically generated">
            <a:extLst>
              <a:ext uri="{FF2B5EF4-FFF2-40B4-BE49-F238E27FC236}">
                <a16:creationId xmlns:a16="http://schemas.microsoft.com/office/drawing/2014/main" id="{64444D76-15CF-3461-37FD-9275041DC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563" y="3624944"/>
            <a:ext cx="8522666" cy="284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84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94656"/>
            <a:ext cx="5200495" cy="5298841"/>
          </a:xfrm>
          <a:noFill/>
        </p:spPr>
        <p:txBody>
          <a:bodyPr/>
          <a:lstStyle/>
          <a:p>
            <a:pPr rtl="1"/>
            <a:r>
              <a:rPr lang="ar-JO" dirty="0"/>
              <a:t>ادوات المسح :</a:t>
            </a:r>
            <a:br>
              <a:rPr lang="ar-JO" dirty="0"/>
            </a:br>
            <a:r>
              <a:rPr lang="ar-JO" dirty="0"/>
              <a:t> </a:t>
            </a:r>
            <a:br>
              <a:rPr lang="ar-JO" dirty="0"/>
            </a:br>
            <a:endParaRPr lang="en-US" dirty="0"/>
          </a:p>
        </p:txBody>
      </p:sp>
      <p:pic>
        <p:nvPicPr>
          <p:cNvPr id="4" name="Picture 3" descr="A close-up of a tool&#10;&#10;Description automatically generated">
            <a:extLst>
              <a:ext uri="{FF2B5EF4-FFF2-40B4-BE49-F238E27FC236}">
                <a16:creationId xmlns:a16="http://schemas.microsoft.com/office/drawing/2014/main" id="{73D4D839-9F0D-D2E4-CF86-1CCB30DBFB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8" r="5882" b="2231"/>
          <a:stretch/>
        </p:blipFill>
        <p:spPr>
          <a:xfrm>
            <a:off x="6096000" y="0"/>
            <a:ext cx="5897822" cy="6746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6F8C3D-6082-3099-B4C1-9D7B7DE84B56}"/>
              </a:ext>
            </a:extLst>
          </p:cNvPr>
          <p:cNvSpPr txBox="1"/>
          <p:nvPr/>
        </p:nvSpPr>
        <p:spPr>
          <a:xfrm>
            <a:off x="562051" y="3373375"/>
            <a:ext cx="5200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JO" sz="2400" dirty="0">
                <a:solidFill>
                  <a:schemeClr val="bg1"/>
                </a:solidFill>
              </a:rPr>
              <a:t>الفارة: وظيفتها تسوية السطوح الخسبية           </a:t>
            </a:r>
          </a:p>
          <a:p>
            <a:r>
              <a:rPr lang="ar-JO" sz="2400" dirty="0">
                <a:solidFill>
                  <a:schemeClr val="bg1"/>
                </a:solidFill>
              </a:rPr>
              <a:t>المبارد : تستخدم في مسح راس الخشب والتنعيم 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129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and white drawing of a scalpel&#10;&#10;Description automatically generated">
            <a:extLst>
              <a:ext uri="{FF2B5EF4-FFF2-40B4-BE49-F238E27FC236}">
                <a16:creationId xmlns:a16="http://schemas.microsoft.com/office/drawing/2014/main" id="{EC9B58C9-F42E-B9EA-565A-9C8CC6B6B7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028" y="519044"/>
            <a:ext cx="8226354" cy="620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26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knife&#10;&#10;Description automatically generated">
            <a:extLst>
              <a:ext uri="{FF2B5EF4-FFF2-40B4-BE49-F238E27FC236}">
                <a16:creationId xmlns:a16="http://schemas.microsoft.com/office/drawing/2014/main" id="{78E21922-8B8F-D70A-ECF7-9B61BD411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846" y="3429000"/>
            <a:ext cx="6096010" cy="3132088"/>
          </a:xfrm>
          <a:prstGeom prst="rect">
            <a:avLst/>
          </a:prstGeom>
        </p:spPr>
      </p:pic>
      <p:pic>
        <p:nvPicPr>
          <p:cNvPr id="3" name="Picture 2" descr="A close-up of a knife&#10;&#10;Description automatically generated">
            <a:extLst>
              <a:ext uri="{FF2B5EF4-FFF2-40B4-BE49-F238E27FC236}">
                <a16:creationId xmlns:a16="http://schemas.microsoft.com/office/drawing/2014/main" id="{3B156649-EEE3-1B4B-DB1D-D3D57B519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886" y="162112"/>
            <a:ext cx="6183086" cy="313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45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paint brush&#10;&#10;Description automatically generated">
            <a:extLst>
              <a:ext uri="{FF2B5EF4-FFF2-40B4-BE49-F238E27FC236}">
                <a16:creationId xmlns:a16="http://schemas.microsoft.com/office/drawing/2014/main" id="{BAD9C53D-45DF-14D5-8A80-46EBB3116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263" y="1284514"/>
            <a:ext cx="8064681" cy="338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{4C219B65-0D2C-4CA4-AFE7-0687D527B01B}tf78504181_win32</Template>
  <TotalTime>163</TotalTime>
  <Words>61</Words>
  <Application>Microsoft Office PowerPoint</Application>
  <PresentationFormat>Widescreen</PresentationFormat>
  <Paragraphs>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Avenir Next LT Pro</vt:lpstr>
      <vt:lpstr>Avenir Next LT Pro Light</vt:lpstr>
      <vt:lpstr>Calibri</vt:lpstr>
      <vt:lpstr>Tw Cen MT</vt:lpstr>
      <vt:lpstr>Custom</vt:lpstr>
      <vt:lpstr>النجارة </vt:lpstr>
      <vt:lpstr>انواع الاخشاب :</vt:lpstr>
      <vt:lpstr>PowerPoint Presentation</vt:lpstr>
      <vt:lpstr>الادوات المستخدمة في النجارة </vt:lpstr>
      <vt:lpstr>ادوات ضبط القياس </vt:lpstr>
      <vt:lpstr>PowerPoint Presentation</vt:lpstr>
      <vt:lpstr>PowerPoint Presentation</vt:lpstr>
      <vt:lpstr>ادوات النشر والقطع </vt:lpstr>
      <vt:lpstr>PowerPoint Presentation</vt:lpstr>
      <vt:lpstr>ادوات المسح : 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Jalal Abu-Dabaseh</dc:creator>
  <cp:lastModifiedBy>Jalal Abu-Dabaseh</cp:lastModifiedBy>
  <cp:revision>1</cp:revision>
  <dcterms:created xsi:type="dcterms:W3CDTF">2024-07-27T17:41:54Z</dcterms:created>
  <dcterms:modified xsi:type="dcterms:W3CDTF">2024-07-27T20:25:13Z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